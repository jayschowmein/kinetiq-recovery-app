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t Kaloti" userId="bafc3caa-fd87-4d26-b3a4-8884fb4981d5" providerId="ADAL" clId="{B1838A44-7483-4F74-A4FE-55DBB0FE22BE}"/>
    <pc:docChg chg="undo custSel modSld">
      <pc:chgData name="Chet Kaloti" userId="bafc3caa-fd87-4d26-b3a4-8884fb4981d5" providerId="ADAL" clId="{B1838A44-7483-4F74-A4FE-55DBB0FE22BE}" dt="2025-10-02T14:08:37.970" v="343" actId="22"/>
      <pc:docMkLst>
        <pc:docMk/>
      </pc:docMkLst>
      <pc:sldChg chg="modSp mod">
        <pc:chgData name="Chet Kaloti" userId="bafc3caa-fd87-4d26-b3a4-8884fb4981d5" providerId="ADAL" clId="{B1838A44-7483-4F74-A4FE-55DBB0FE22BE}" dt="2025-09-29T13:57:58.577" v="148" actId="2711"/>
        <pc:sldMkLst>
          <pc:docMk/>
          <pc:sldMk cId="1015473970" sldId="256"/>
        </pc:sldMkLst>
        <pc:spChg chg="mod">
          <ac:chgData name="Chet Kaloti" userId="bafc3caa-fd87-4d26-b3a4-8884fb4981d5" providerId="ADAL" clId="{B1838A44-7483-4F74-A4FE-55DBB0FE22BE}" dt="2025-09-29T13:56:53.312" v="142" actId="122"/>
          <ac:spMkLst>
            <pc:docMk/>
            <pc:sldMk cId="1015473970" sldId="256"/>
            <ac:spMk id="2" creationId="{397AE180-AA7F-B3B8-9BF0-902E6D7E61E6}"/>
          </ac:spMkLst>
        </pc:spChg>
        <pc:spChg chg="mod">
          <ac:chgData name="Chet Kaloti" userId="bafc3caa-fd87-4d26-b3a4-8884fb4981d5" providerId="ADAL" clId="{B1838A44-7483-4F74-A4FE-55DBB0FE22BE}" dt="2025-09-29T13:57:58.577" v="148" actId="2711"/>
          <ac:spMkLst>
            <pc:docMk/>
            <pc:sldMk cId="1015473970" sldId="256"/>
            <ac:spMk id="7" creationId="{BD37BA34-B26B-4D2F-3FAB-4C612886EC75}"/>
          </ac:spMkLst>
        </pc:spChg>
        <pc:picChg chg="mod">
          <ac:chgData name="Chet Kaloti" userId="bafc3caa-fd87-4d26-b3a4-8884fb4981d5" providerId="ADAL" clId="{B1838A44-7483-4F74-A4FE-55DBB0FE22BE}" dt="2025-09-29T13:56:50.929" v="140" actId="1076"/>
          <ac:picMkLst>
            <pc:docMk/>
            <pc:sldMk cId="1015473970" sldId="256"/>
            <ac:picMk id="5" creationId="{DB648891-E56F-3838-860E-5E69875EC87E}"/>
          </ac:picMkLst>
        </pc:picChg>
      </pc:sldChg>
      <pc:sldChg chg="modSp mod">
        <pc:chgData name="Chet Kaloti" userId="bafc3caa-fd87-4d26-b3a4-8884fb4981d5" providerId="ADAL" clId="{B1838A44-7483-4F74-A4FE-55DBB0FE22BE}" dt="2025-10-02T13:27:26.840" v="337" actId="1076"/>
        <pc:sldMkLst>
          <pc:docMk/>
          <pc:sldMk cId="174053266" sldId="258"/>
        </pc:sldMkLst>
        <pc:spChg chg="mod">
          <ac:chgData name="Chet Kaloti" userId="bafc3caa-fd87-4d26-b3a4-8884fb4981d5" providerId="ADAL" clId="{B1838A44-7483-4F74-A4FE-55DBB0FE22BE}" dt="2025-10-02T13:27:26.840" v="337" actId="1076"/>
          <ac:spMkLst>
            <pc:docMk/>
            <pc:sldMk cId="174053266" sldId="258"/>
            <ac:spMk id="3" creationId="{BFD54C62-301D-AF64-75B1-A2B350B0E091}"/>
          </ac:spMkLst>
        </pc:spChg>
      </pc:sldChg>
      <pc:sldChg chg="modSp mod">
        <pc:chgData name="Chet Kaloti" userId="bafc3caa-fd87-4d26-b3a4-8884fb4981d5" providerId="ADAL" clId="{B1838A44-7483-4F74-A4FE-55DBB0FE22BE}" dt="2025-10-02T13:27:33.532" v="338" actId="403"/>
        <pc:sldMkLst>
          <pc:docMk/>
          <pc:sldMk cId="3619441151" sldId="260"/>
        </pc:sldMkLst>
        <pc:spChg chg="mod">
          <ac:chgData name="Chet Kaloti" userId="bafc3caa-fd87-4d26-b3a4-8884fb4981d5" providerId="ADAL" clId="{B1838A44-7483-4F74-A4FE-55DBB0FE22BE}" dt="2025-10-02T13:27:33.532" v="338" actId="403"/>
          <ac:spMkLst>
            <pc:docMk/>
            <pc:sldMk cId="3619441151" sldId="260"/>
            <ac:spMk id="3" creationId="{933ACFFE-5DC5-6C20-6286-4B467A1392B4}"/>
          </ac:spMkLst>
        </pc:spChg>
      </pc:sldChg>
      <pc:sldChg chg="addSp delSp modSp mod setBg">
        <pc:chgData name="Chet Kaloti" userId="bafc3caa-fd87-4d26-b3a4-8884fb4981d5" providerId="ADAL" clId="{B1838A44-7483-4F74-A4FE-55DBB0FE22BE}" dt="2025-10-02T14:08:37.970" v="343" actId="22"/>
        <pc:sldMkLst>
          <pc:docMk/>
          <pc:sldMk cId="2457797107" sldId="261"/>
        </pc:sldMkLst>
        <pc:spChg chg="mod">
          <ac:chgData name="Chet Kaloti" userId="bafc3caa-fd87-4d26-b3a4-8884fb4981d5" providerId="ADAL" clId="{B1838A44-7483-4F74-A4FE-55DBB0FE22BE}" dt="2025-09-29T14:02:31.454" v="323" actId="26606"/>
          <ac:spMkLst>
            <pc:docMk/>
            <pc:sldMk cId="2457797107" sldId="261"/>
            <ac:spMk id="2" creationId="{9F6E9414-056A-2E29-D35E-2DA91BA68EBA}"/>
          </ac:spMkLst>
        </pc:spChg>
        <pc:spChg chg="add del mod">
          <ac:chgData name="Chet Kaloti" userId="bafc3caa-fd87-4d26-b3a4-8884fb4981d5" providerId="ADAL" clId="{B1838A44-7483-4F74-A4FE-55DBB0FE22BE}" dt="2025-10-02T13:28:09.061" v="342" actId="20577"/>
          <ac:spMkLst>
            <pc:docMk/>
            <pc:sldMk cId="2457797107" sldId="261"/>
            <ac:spMk id="3" creationId="{2A8DBED5-953F-A932-7222-6AA4D8868809}"/>
          </ac:spMkLst>
        </pc:spChg>
        <pc:spChg chg="add">
          <ac:chgData name="Chet Kaloti" userId="bafc3caa-fd87-4d26-b3a4-8884fb4981d5" providerId="ADAL" clId="{B1838A44-7483-4F74-A4FE-55DBB0FE22BE}" dt="2025-10-02T14:08:37.970" v="343" actId="22"/>
          <ac:spMkLst>
            <pc:docMk/>
            <pc:sldMk cId="2457797107" sldId="261"/>
            <ac:spMk id="5" creationId="{C2AEFBCA-CD1B-E63A-4E42-3B6BE1C74992}"/>
          </ac:spMkLst>
        </pc:spChg>
      </pc:sldChg>
      <pc:sldChg chg="modSp mod">
        <pc:chgData name="Chet Kaloti" userId="bafc3caa-fd87-4d26-b3a4-8884fb4981d5" providerId="ADAL" clId="{B1838A44-7483-4F74-A4FE-55DBB0FE22BE}" dt="2025-09-29T13:52:56.423" v="117" actId="20577"/>
        <pc:sldMkLst>
          <pc:docMk/>
          <pc:sldMk cId="284666804" sldId="262"/>
        </pc:sldMkLst>
        <pc:spChg chg="mod">
          <ac:chgData name="Chet Kaloti" userId="bafc3caa-fd87-4d26-b3a4-8884fb4981d5" providerId="ADAL" clId="{B1838A44-7483-4F74-A4FE-55DBB0FE22BE}" dt="2025-09-29T13:52:56.423" v="117" actId="20577"/>
          <ac:spMkLst>
            <pc:docMk/>
            <pc:sldMk cId="284666804" sldId="262"/>
            <ac:spMk id="3" creationId="{3B8CD6F7-D5E0-400D-729A-1F45442DA70C}"/>
          </ac:spMkLst>
        </pc:spChg>
      </pc:sldChg>
    </pc:docChg>
  </pc:docChgLst>
  <pc:docChgLst>
    <pc:chgData name="Chet Kaloti" userId="bafc3caa-fd87-4d26-b3a4-8884fb4981d5" providerId="ADAL" clId="{325DB3BC-6FCD-4940-8642-97938EAF4308}"/>
    <pc:docChg chg="undo custSel modSld">
      <pc:chgData name="Chet Kaloti" userId="bafc3caa-fd87-4d26-b3a4-8884fb4981d5" providerId="ADAL" clId="{325DB3BC-6FCD-4940-8642-97938EAF4308}" dt="2023-10-13T14:00:38.082" v="220" actId="20577"/>
      <pc:docMkLst>
        <pc:docMk/>
      </pc:docMkLst>
      <pc:sldChg chg="modSp mod">
        <pc:chgData name="Chet Kaloti" userId="bafc3caa-fd87-4d26-b3a4-8884fb4981d5" providerId="ADAL" clId="{325DB3BC-6FCD-4940-8642-97938EAF4308}" dt="2023-10-13T13:55:48.938" v="151" actId="1076"/>
        <pc:sldMkLst>
          <pc:docMk/>
          <pc:sldMk cId="1015473970" sldId="256"/>
        </pc:sldMkLst>
      </pc:sldChg>
      <pc:sldChg chg="addSp delSp modSp mod">
        <pc:chgData name="Chet Kaloti" userId="bafc3caa-fd87-4d26-b3a4-8884fb4981d5" providerId="ADAL" clId="{325DB3BC-6FCD-4940-8642-97938EAF4308}" dt="2023-10-13T13:58:27.948" v="161" actId="20577"/>
        <pc:sldMkLst>
          <pc:docMk/>
          <pc:sldMk cId="347108464" sldId="257"/>
        </pc:sldMkLst>
      </pc:sldChg>
      <pc:sldChg chg="addSp delSp modSp mod setBg modClrScheme delDesignElem chgLayout">
        <pc:chgData name="Chet Kaloti" userId="bafc3caa-fd87-4d26-b3a4-8884fb4981d5" providerId="ADAL" clId="{325DB3BC-6FCD-4940-8642-97938EAF4308}" dt="2023-10-13T14:00:38.082" v="220" actId="20577"/>
        <pc:sldMkLst>
          <pc:docMk/>
          <pc:sldMk cId="174053266" sldId="258"/>
        </pc:sldMkLst>
      </pc:sldChg>
      <pc:sldChg chg="addSp delSp modSp mod">
        <pc:chgData name="Chet Kaloti" userId="bafc3caa-fd87-4d26-b3a4-8884fb4981d5" providerId="ADAL" clId="{325DB3BC-6FCD-4940-8642-97938EAF4308}" dt="2023-10-12T17:36:08.602" v="18" actId="20577"/>
        <pc:sldMkLst>
          <pc:docMk/>
          <pc:sldMk cId="2087423274" sldId="259"/>
        </pc:sldMkLst>
      </pc:sldChg>
      <pc:sldChg chg="addSp delSp modSp mod setBg">
        <pc:chgData name="Chet Kaloti" userId="bafc3caa-fd87-4d26-b3a4-8884fb4981d5" providerId="ADAL" clId="{325DB3BC-6FCD-4940-8642-97938EAF4308}" dt="2023-10-12T17:40:10.130" v="81" actId="113"/>
        <pc:sldMkLst>
          <pc:docMk/>
          <pc:sldMk cId="3619441151" sldId="260"/>
        </pc:sldMkLst>
      </pc:sldChg>
      <pc:sldChg chg="modSp mod">
        <pc:chgData name="Chet Kaloti" userId="bafc3caa-fd87-4d26-b3a4-8884fb4981d5" providerId="ADAL" clId="{325DB3BC-6FCD-4940-8642-97938EAF4308}" dt="2023-10-13T13:55:28.004" v="150" actId="27636"/>
        <pc:sldMkLst>
          <pc:docMk/>
          <pc:sldMk cId="284666804" sldId="262"/>
        </pc:sldMkLst>
      </pc:sldChg>
    </pc:docChg>
  </pc:docChgLst>
  <pc:docChgLst>
    <pc:chgData name="Chet Kaloti" userId="bafc3caa-fd87-4d26-b3a4-8884fb4981d5" providerId="ADAL" clId="{18EA01C9-E8A6-4C71-9664-09321641E520}"/>
    <pc:docChg chg="undo custSel modSld sldOrd">
      <pc:chgData name="Chet Kaloti" userId="bafc3caa-fd87-4d26-b3a4-8884fb4981d5" providerId="ADAL" clId="{18EA01C9-E8A6-4C71-9664-09321641E520}" dt="2024-10-04T12:36:01.938" v="293" actId="20577"/>
      <pc:docMkLst>
        <pc:docMk/>
      </pc:docMkLst>
      <pc:sldChg chg="modSp mod">
        <pc:chgData name="Chet Kaloti" userId="bafc3caa-fd87-4d26-b3a4-8884fb4981d5" providerId="ADAL" clId="{18EA01C9-E8A6-4C71-9664-09321641E520}" dt="2024-10-04T01:38:41.176" v="3" actId="113"/>
        <pc:sldMkLst>
          <pc:docMk/>
          <pc:sldMk cId="1015473970" sldId="256"/>
        </pc:sldMkLst>
      </pc:sldChg>
      <pc:sldChg chg="addSp delSp modSp mod">
        <pc:chgData name="Chet Kaloti" userId="bafc3caa-fd87-4d26-b3a4-8884fb4981d5" providerId="ADAL" clId="{18EA01C9-E8A6-4C71-9664-09321641E520}" dt="2024-10-04T12:36:01.938" v="293" actId="20577"/>
        <pc:sldMkLst>
          <pc:docMk/>
          <pc:sldMk cId="347108464" sldId="257"/>
        </pc:sldMkLst>
      </pc:sldChg>
      <pc:sldChg chg="modSp">
        <pc:chgData name="Chet Kaloti" userId="bafc3caa-fd87-4d26-b3a4-8884fb4981d5" providerId="ADAL" clId="{18EA01C9-E8A6-4C71-9664-09321641E520}" dt="2024-10-04T12:35:04.652" v="244"/>
        <pc:sldMkLst>
          <pc:docMk/>
          <pc:sldMk cId="2087423274" sldId="259"/>
        </pc:sldMkLst>
      </pc:sldChg>
      <pc:sldChg chg="modSp mod ord">
        <pc:chgData name="Chet Kaloti" userId="bafc3caa-fd87-4d26-b3a4-8884fb4981d5" providerId="ADAL" clId="{18EA01C9-E8A6-4C71-9664-09321641E520}" dt="2024-10-04T12:35:29.570" v="246"/>
        <pc:sldMkLst>
          <pc:docMk/>
          <pc:sldMk cId="3619441151" sldId="260"/>
        </pc:sldMkLst>
      </pc:sldChg>
      <pc:sldChg chg="modSp mod">
        <pc:chgData name="Chet Kaloti" userId="bafc3caa-fd87-4d26-b3a4-8884fb4981d5" providerId="ADAL" clId="{18EA01C9-E8A6-4C71-9664-09321641E520}" dt="2024-10-04T01:42:32.917" v="72" actId="5793"/>
        <pc:sldMkLst>
          <pc:docMk/>
          <pc:sldMk cId="2457797107" sldId="261"/>
        </pc:sldMkLst>
      </pc:sldChg>
      <pc:sldChg chg="modSp mod">
        <pc:chgData name="Chet Kaloti" userId="bafc3caa-fd87-4d26-b3a4-8884fb4981d5" providerId="ADAL" clId="{18EA01C9-E8A6-4C71-9664-09321641E520}" dt="2024-10-04T02:02:45.730" v="232" actId="207"/>
        <pc:sldMkLst>
          <pc:docMk/>
          <pc:sldMk cId="284666804" sldId="262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E5C529-3C73-43D2-826D-79AC2E0FAAC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D49586-0F84-44D7-BEFB-2D950CDAE940}">
      <dgm:prSet/>
      <dgm:spPr/>
      <dgm:t>
        <a:bodyPr/>
        <a:lstStyle/>
        <a:p>
          <a:r>
            <a:rPr lang="en-US"/>
            <a:t>What is DECA?</a:t>
          </a:r>
        </a:p>
      </dgm:t>
    </dgm:pt>
    <dgm:pt modelId="{6B219483-CD10-448A-904A-8942D05AAAEB}" type="parTrans" cxnId="{38E3FA6F-8A68-4A9B-8B3B-594742F2F3E4}">
      <dgm:prSet/>
      <dgm:spPr/>
      <dgm:t>
        <a:bodyPr/>
        <a:lstStyle/>
        <a:p>
          <a:endParaRPr lang="en-US"/>
        </a:p>
      </dgm:t>
    </dgm:pt>
    <dgm:pt modelId="{1A2CAA6A-F7FE-43B7-8CEB-9C590E526CBC}" type="sibTrans" cxnId="{38E3FA6F-8A68-4A9B-8B3B-594742F2F3E4}">
      <dgm:prSet/>
      <dgm:spPr/>
      <dgm:t>
        <a:bodyPr/>
        <a:lstStyle/>
        <a:p>
          <a:endParaRPr lang="en-US"/>
        </a:p>
      </dgm:t>
    </dgm:pt>
    <dgm:pt modelId="{7A12C038-12FD-4CB2-804F-D14D0F3EEE0B}">
      <dgm:prSet/>
      <dgm:spPr/>
      <dgm:t>
        <a:bodyPr/>
        <a:lstStyle/>
        <a:p>
          <a:r>
            <a:rPr lang="en-US" dirty="0"/>
            <a:t>Opportunities</a:t>
          </a:r>
        </a:p>
      </dgm:t>
    </dgm:pt>
    <dgm:pt modelId="{16A6B0B8-F030-41CA-AB68-426EFEC50E2A}" type="parTrans" cxnId="{C03A6C12-480C-4551-A4F5-5BD380019F9E}">
      <dgm:prSet/>
      <dgm:spPr/>
      <dgm:t>
        <a:bodyPr/>
        <a:lstStyle/>
        <a:p>
          <a:endParaRPr lang="en-US"/>
        </a:p>
      </dgm:t>
    </dgm:pt>
    <dgm:pt modelId="{98942F7E-8C20-490A-9C37-F14FB442F2F2}" type="sibTrans" cxnId="{C03A6C12-480C-4551-A4F5-5BD380019F9E}">
      <dgm:prSet/>
      <dgm:spPr/>
      <dgm:t>
        <a:bodyPr/>
        <a:lstStyle/>
        <a:p>
          <a:endParaRPr lang="en-US"/>
        </a:p>
      </dgm:t>
    </dgm:pt>
    <dgm:pt modelId="{C9F28199-6880-43EF-89AA-D784E098D125}">
      <dgm:prSet/>
      <dgm:spPr/>
      <dgm:t>
        <a:bodyPr/>
        <a:lstStyle/>
        <a:p>
          <a:r>
            <a:rPr lang="en-US" dirty="0"/>
            <a:t>How does this relate to McEwen? </a:t>
          </a:r>
        </a:p>
      </dgm:t>
    </dgm:pt>
    <dgm:pt modelId="{CD842CAF-00B6-41D0-8509-6DF849FD37E4}" type="parTrans" cxnId="{A4415CDA-3A50-4210-9331-B0D223F587DA}">
      <dgm:prSet/>
      <dgm:spPr/>
      <dgm:t>
        <a:bodyPr/>
        <a:lstStyle/>
        <a:p>
          <a:endParaRPr lang="en-US"/>
        </a:p>
      </dgm:t>
    </dgm:pt>
    <dgm:pt modelId="{641285B3-CF9A-47E8-BC65-AAE25A89637A}" type="sibTrans" cxnId="{A4415CDA-3A50-4210-9331-B0D223F587DA}">
      <dgm:prSet/>
      <dgm:spPr/>
      <dgm:t>
        <a:bodyPr/>
        <a:lstStyle/>
        <a:p>
          <a:endParaRPr lang="en-US"/>
        </a:p>
      </dgm:t>
    </dgm:pt>
    <dgm:pt modelId="{CBBDD277-311C-4BCB-9F23-6380D4A0C552}">
      <dgm:prSet/>
      <dgm:spPr/>
      <dgm:t>
        <a:bodyPr/>
        <a:lstStyle/>
        <a:p>
          <a:r>
            <a:rPr lang="en-US" dirty="0"/>
            <a:t>Important Dates &amp; Info</a:t>
          </a:r>
        </a:p>
      </dgm:t>
    </dgm:pt>
    <dgm:pt modelId="{C38FAD58-34FD-42D8-846F-3379810F6C92}" type="parTrans" cxnId="{A4B8F445-5D9A-4AE6-961E-B63E6406BD1D}">
      <dgm:prSet/>
      <dgm:spPr/>
      <dgm:t>
        <a:bodyPr/>
        <a:lstStyle/>
        <a:p>
          <a:endParaRPr lang="en-US"/>
        </a:p>
      </dgm:t>
    </dgm:pt>
    <dgm:pt modelId="{4B1718F6-453D-4BC3-A918-C90BACBCF7AD}" type="sibTrans" cxnId="{A4B8F445-5D9A-4AE6-961E-B63E6406BD1D}">
      <dgm:prSet/>
      <dgm:spPr/>
      <dgm:t>
        <a:bodyPr/>
        <a:lstStyle/>
        <a:p>
          <a:endParaRPr lang="en-US"/>
        </a:p>
      </dgm:t>
    </dgm:pt>
    <dgm:pt modelId="{B14C2660-B6FA-41EA-A44F-06EB67CB4E9C}">
      <dgm:prSet/>
      <dgm:spPr/>
      <dgm:t>
        <a:bodyPr/>
        <a:lstStyle/>
        <a:p>
          <a:r>
            <a:rPr lang="en-US"/>
            <a:t>How to Apply</a:t>
          </a:r>
        </a:p>
      </dgm:t>
    </dgm:pt>
    <dgm:pt modelId="{A10C2AB6-396E-409F-A251-A1D2DEDAF2CE}" type="parTrans" cxnId="{DCB2828A-CE3A-4097-BC9C-7C1655B4421D}">
      <dgm:prSet/>
      <dgm:spPr/>
      <dgm:t>
        <a:bodyPr/>
        <a:lstStyle/>
        <a:p>
          <a:endParaRPr lang="en-US"/>
        </a:p>
      </dgm:t>
    </dgm:pt>
    <dgm:pt modelId="{82592A7E-D163-47BA-8194-EDE1911D9496}" type="sibTrans" cxnId="{DCB2828A-CE3A-4097-BC9C-7C1655B4421D}">
      <dgm:prSet/>
      <dgm:spPr/>
      <dgm:t>
        <a:bodyPr/>
        <a:lstStyle/>
        <a:p>
          <a:endParaRPr lang="en-US"/>
        </a:p>
      </dgm:t>
    </dgm:pt>
    <dgm:pt modelId="{FABE297A-7868-4139-8A34-66A52344DDFB}" type="pres">
      <dgm:prSet presAssocID="{2AE5C529-3C73-43D2-826D-79AC2E0FAAC3}" presName="linear" presStyleCnt="0">
        <dgm:presLayoutVars>
          <dgm:animLvl val="lvl"/>
          <dgm:resizeHandles val="exact"/>
        </dgm:presLayoutVars>
      </dgm:prSet>
      <dgm:spPr/>
    </dgm:pt>
    <dgm:pt modelId="{FC2052F2-8759-4731-8C4D-ABED0AAC21FE}" type="pres">
      <dgm:prSet presAssocID="{CAD49586-0F84-44D7-BEFB-2D950CDAE94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6419F77-CB42-40CC-A13B-E810AA61A113}" type="pres">
      <dgm:prSet presAssocID="{1A2CAA6A-F7FE-43B7-8CEB-9C590E526CBC}" presName="spacer" presStyleCnt="0"/>
      <dgm:spPr/>
    </dgm:pt>
    <dgm:pt modelId="{AAF64703-232E-4F14-9B6C-A11F55DFB975}" type="pres">
      <dgm:prSet presAssocID="{7A12C038-12FD-4CB2-804F-D14D0F3EEE0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1F423EC-B042-4A34-AEE8-53408AE46371}" type="pres">
      <dgm:prSet presAssocID="{98942F7E-8C20-490A-9C37-F14FB442F2F2}" presName="spacer" presStyleCnt="0"/>
      <dgm:spPr/>
    </dgm:pt>
    <dgm:pt modelId="{3BBBFEDA-E22B-499F-A948-14BB6A5FACA6}" type="pres">
      <dgm:prSet presAssocID="{C9F28199-6880-43EF-89AA-D784E098D12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3995E46-24A8-462B-A62B-A07537CEDF07}" type="pres">
      <dgm:prSet presAssocID="{641285B3-CF9A-47E8-BC65-AAE25A89637A}" presName="spacer" presStyleCnt="0"/>
      <dgm:spPr/>
    </dgm:pt>
    <dgm:pt modelId="{85895BDC-9645-44D6-82B9-9D5A45CC7C98}" type="pres">
      <dgm:prSet presAssocID="{CBBDD277-311C-4BCB-9F23-6380D4A0C55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75C8158-D479-473D-A418-9A17945C2D0E}" type="pres">
      <dgm:prSet presAssocID="{4B1718F6-453D-4BC3-A918-C90BACBCF7AD}" presName="spacer" presStyleCnt="0"/>
      <dgm:spPr/>
    </dgm:pt>
    <dgm:pt modelId="{C0E6CB20-F96C-43C9-958E-CFB0DE9CB920}" type="pres">
      <dgm:prSet presAssocID="{B14C2660-B6FA-41EA-A44F-06EB67CB4E9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03A6C12-480C-4551-A4F5-5BD380019F9E}" srcId="{2AE5C529-3C73-43D2-826D-79AC2E0FAAC3}" destId="{7A12C038-12FD-4CB2-804F-D14D0F3EEE0B}" srcOrd="1" destOrd="0" parTransId="{16A6B0B8-F030-41CA-AB68-426EFEC50E2A}" sibTransId="{98942F7E-8C20-490A-9C37-F14FB442F2F2}"/>
    <dgm:cxn modelId="{85C8781A-BF42-465A-AB1B-00533212194D}" type="presOf" srcId="{CAD49586-0F84-44D7-BEFB-2D950CDAE940}" destId="{FC2052F2-8759-4731-8C4D-ABED0AAC21FE}" srcOrd="0" destOrd="0" presId="urn:microsoft.com/office/officeart/2005/8/layout/vList2"/>
    <dgm:cxn modelId="{4E98AB1C-FA5F-4E21-9D70-215FDAAD60FB}" type="presOf" srcId="{7A12C038-12FD-4CB2-804F-D14D0F3EEE0B}" destId="{AAF64703-232E-4F14-9B6C-A11F55DFB975}" srcOrd="0" destOrd="0" presId="urn:microsoft.com/office/officeart/2005/8/layout/vList2"/>
    <dgm:cxn modelId="{EBE53237-DE7E-44CE-B7F5-DFAF7B799038}" type="presOf" srcId="{2AE5C529-3C73-43D2-826D-79AC2E0FAAC3}" destId="{FABE297A-7868-4139-8A34-66A52344DDFB}" srcOrd="0" destOrd="0" presId="urn:microsoft.com/office/officeart/2005/8/layout/vList2"/>
    <dgm:cxn modelId="{A4B8F445-5D9A-4AE6-961E-B63E6406BD1D}" srcId="{2AE5C529-3C73-43D2-826D-79AC2E0FAAC3}" destId="{CBBDD277-311C-4BCB-9F23-6380D4A0C552}" srcOrd="3" destOrd="0" parTransId="{C38FAD58-34FD-42D8-846F-3379810F6C92}" sibTransId="{4B1718F6-453D-4BC3-A918-C90BACBCF7AD}"/>
    <dgm:cxn modelId="{38E3FA6F-8A68-4A9B-8B3B-594742F2F3E4}" srcId="{2AE5C529-3C73-43D2-826D-79AC2E0FAAC3}" destId="{CAD49586-0F84-44D7-BEFB-2D950CDAE940}" srcOrd="0" destOrd="0" parTransId="{6B219483-CD10-448A-904A-8942D05AAAEB}" sibTransId="{1A2CAA6A-F7FE-43B7-8CEB-9C590E526CBC}"/>
    <dgm:cxn modelId="{984F4E7B-11FC-459C-B271-6C8D68CDDFC5}" type="presOf" srcId="{C9F28199-6880-43EF-89AA-D784E098D125}" destId="{3BBBFEDA-E22B-499F-A948-14BB6A5FACA6}" srcOrd="0" destOrd="0" presId="urn:microsoft.com/office/officeart/2005/8/layout/vList2"/>
    <dgm:cxn modelId="{DCB2828A-CE3A-4097-BC9C-7C1655B4421D}" srcId="{2AE5C529-3C73-43D2-826D-79AC2E0FAAC3}" destId="{B14C2660-B6FA-41EA-A44F-06EB67CB4E9C}" srcOrd="4" destOrd="0" parTransId="{A10C2AB6-396E-409F-A251-A1D2DEDAF2CE}" sibTransId="{82592A7E-D163-47BA-8194-EDE1911D9496}"/>
    <dgm:cxn modelId="{2F936290-F0AC-4792-9DDB-60FC4E6C1CD7}" type="presOf" srcId="{B14C2660-B6FA-41EA-A44F-06EB67CB4E9C}" destId="{C0E6CB20-F96C-43C9-958E-CFB0DE9CB920}" srcOrd="0" destOrd="0" presId="urn:microsoft.com/office/officeart/2005/8/layout/vList2"/>
    <dgm:cxn modelId="{6EE30CC9-D459-463F-ACD6-54E6DC04EF4B}" type="presOf" srcId="{CBBDD277-311C-4BCB-9F23-6380D4A0C552}" destId="{85895BDC-9645-44D6-82B9-9D5A45CC7C98}" srcOrd="0" destOrd="0" presId="urn:microsoft.com/office/officeart/2005/8/layout/vList2"/>
    <dgm:cxn modelId="{A4415CDA-3A50-4210-9331-B0D223F587DA}" srcId="{2AE5C529-3C73-43D2-826D-79AC2E0FAAC3}" destId="{C9F28199-6880-43EF-89AA-D784E098D125}" srcOrd="2" destOrd="0" parTransId="{CD842CAF-00B6-41D0-8509-6DF849FD37E4}" sibTransId="{641285B3-CF9A-47E8-BC65-AAE25A89637A}"/>
    <dgm:cxn modelId="{CE388F03-7FD8-413F-94CE-F863FBA0E22D}" type="presParOf" srcId="{FABE297A-7868-4139-8A34-66A52344DDFB}" destId="{FC2052F2-8759-4731-8C4D-ABED0AAC21FE}" srcOrd="0" destOrd="0" presId="urn:microsoft.com/office/officeart/2005/8/layout/vList2"/>
    <dgm:cxn modelId="{5ED9D769-0922-4BAF-BBDC-ECF6E79CA818}" type="presParOf" srcId="{FABE297A-7868-4139-8A34-66A52344DDFB}" destId="{E6419F77-CB42-40CC-A13B-E810AA61A113}" srcOrd="1" destOrd="0" presId="urn:microsoft.com/office/officeart/2005/8/layout/vList2"/>
    <dgm:cxn modelId="{4A6558B1-A1CC-4CC6-B6E7-325A3086542D}" type="presParOf" srcId="{FABE297A-7868-4139-8A34-66A52344DDFB}" destId="{AAF64703-232E-4F14-9B6C-A11F55DFB975}" srcOrd="2" destOrd="0" presId="urn:microsoft.com/office/officeart/2005/8/layout/vList2"/>
    <dgm:cxn modelId="{B0614EF4-7882-403E-B6B3-3527F0E0CD37}" type="presParOf" srcId="{FABE297A-7868-4139-8A34-66A52344DDFB}" destId="{D1F423EC-B042-4A34-AEE8-53408AE46371}" srcOrd="3" destOrd="0" presId="urn:microsoft.com/office/officeart/2005/8/layout/vList2"/>
    <dgm:cxn modelId="{0AA36078-8AC3-4A1C-A51B-E4532794861A}" type="presParOf" srcId="{FABE297A-7868-4139-8A34-66A52344DDFB}" destId="{3BBBFEDA-E22B-499F-A948-14BB6A5FACA6}" srcOrd="4" destOrd="0" presId="urn:microsoft.com/office/officeart/2005/8/layout/vList2"/>
    <dgm:cxn modelId="{E74E9D19-2E7B-4420-8A64-B94B11599AEB}" type="presParOf" srcId="{FABE297A-7868-4139-8A34-66A52344DDFB}" destId="{E3995E46-24A8-462B-A62B-A07537CEDF07}" srcOrd="5" destOrd="0" presId="urn:microsoft.com/office/officeart/2005/8/layout/vList2"/>
    <dgm:cxn modelId="{4B7DBFDE-CD81-4454-AF39-530A9DA5A1C9}" type="presParOf" srcId="{FABE297A-7868-4139-8A34-66A52344DDFB}" destId="{85895BDC-9645-44D6-82B9-9D5A45CC7C98}" srcOrd="6" destOrd="0" presId="urn:microsoft.com/office/officeart/2005/8/layout/vList2"/>
    <dgm:cxn modelId="{7D155B6F-E3EC-41C1-A814-B06ACEC840E0}" type="presParOf" srcId="{FABE297A-7868-4139-8A34-66A52344DDFB}" destId="{775C8158-D479-473D-A418-9A17945C2D0E}" srcOrd="7" destOrd="0" presId="urn:microsoft.com/office/officeart/2005/8/layout/vList2"/>
    <dgm:cxn modelId="{BA07D15E-AED8-4D04-8818-AA63C8B0A2C7}" type="presParOf" srcId="{FABE297A-7868-4139-8A34-66A52344DDFB}" destId="{C0E6CB20-F96C-43C9-958E-CFB0DE9CB92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271676-B4F3-45A6-BC7E-AA571B781DD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DA37D9-FE2D-454A-B63A-9E5F33B367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Written Entrepreneurship events available</a:t>
          </a:r>
        </a:p>
      </dgm:t>
    </dgm:pt>
    <dgm:pt modelId="{874A1E8E-5624-41E9-873B-6796BADA3578}" type="parTrans" cxnId="{F9E744AF-46DF-471E-ACAF-C37196F76B1D}">
      <dgm:prSet/>
      <dgm:spPr/>
      <dgm:t>
        <a:bodyPr/>
        <a:lstStyle/>
        <a:p>
          <a:endParaRPr lang="en-US"/>
        </a:p>
      </dgm:t>
    </dgm:pt>
    <dgm:pt modelId="{ED6868C8-6819-4ED0-AC72-46716FBEA508}" type="sibTrans" cxnId="{F9E744AF-46DF-471E-ACAF-C37196F76B1D}">
      <dgm:prSet/>
      <dgm:spPr/>
      <dgm:t>
        <a:bodyPr/>
        <a:lstStyle/>
        <a:p>
          <a:endParaRPr lang="en-US"/>
        </a:p>
      </dgm:t>
    </dgm:pt>
    <dgm:pt modelId="{97EC2961-27D3-420C-A195-FD869A2C227F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3A36695D-0924-4BA7-A4F3-7589DFEC81FC}" type="parTrans" cxnId="{1D1A3FAA-4264-4C81-96AE-F44274FB9B71}">
      <dgm:prSet/>
      <dgm:spPr/>
      <dgm:t>
        <a:bodyPr/>
        <a:lstStyle/>
        <a:p>
          <a:endParaRPr lang="en-US"/>
        </a:p>
      </dgm:t>
    </dgm:pt>
    <dgm:pt modelId="{5824F06D-1974-4EB9-94D4-1056EA39BAF9}" type="sibTrans" cxnId="{1D1A3FAA-4264-4C81-96AE-F44274FB9B71}">
      <dgm:prSet/>
      <dgm:spPr/>
      <dgm:t>
        <a:bodyPr/>
        <a:lstStyle/>
        <a:p>
          <a:endParaRPr lang="en-US"/>
        </a:p>
      </dgm:t>
    </dgm:pt>
    <dgm:pt modelId="{ECF6F8DD-4F5E-44F3-8B49-B099A6927A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Match very closely to what you’re currently developing </a:t>
          </a:r>
        </a:p>
      </dgm:t>
    </dgm:pt>
    <dgm:pt modelId="{34D9E3EA-3498-4EBF-9D92-1CC10EEB0536}" type="parTrans" cxnId="{54807620-FA80-4258-8FF3-4F6973678656}">
      <dgm:prSet/>
      <dgm:spPr/>
      <dgm:t>
        <a:bodyPr/>
        <a:lstStyle/>
        <a:p>
          <a:endParaRPr lang="en-US"/>
        </a:p>
      </dgm:t>
    </dgm:pt>
    <dgm:pt modelId="{3DBF8E5B-A8AD-459B-A72C-A3A8D798F027}" type="sibTrans" cxnId="{54807620-FA80-4258-8FF3-4F6973678656}">
      <dgm:prSet/>
      <dgm:spPr/>
      <dgm:t>
        <a:bodyPr/>
        <a:lstStyle/>
        <a:p>
          <a:endParaRPr lang="en-US"/>
        </a:p>
      </dgm:t>
    </dgm:pt>
    <dgm:pt modelId="{3798924E-4FFA-49CF-B102-4CDE8DE99F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Written report followed by presenting in front of a panel of industry professionals </a:t>
          </a:r>
        </a:p>
      </dgm:t>
    </dgm:pt>
    <dgm:pt modelId="{5A305F7C-FEAF-4150-BFFB-FEA8638F5314}" type="parTrans" cxnId="{B8AC2AD4-DC4C-48F1-BCAC-7512120D3C36}">
      <dgm:prSet/>
      <dgm:spPr/>
      <dgm:t>
        <a:bodyPr/>
        <a:lstStyle/>
        <a:p>
          <a:endParaRPr lang="en-US"/>
        </a:p>
      </dgm:t>
    </dgm:pt>
    <dgm:pt modelId="{A889B82D-A78D-4E4F-BDFC-6542F5F10A94}" type="sibTrans" cxnId="{B8AC2AD4-DC4C-48F1-BCAC-7512120D3C36}">
      <dgm:prSet/>
      <dgm:spPr/>
      <dgm:t>
        <a:bodyPr/>
        <a:lstStyle/>
        <a:p>
          <a:endParaRPr lang="en-US"/>
        </a:p>
      </dgm:t>
    </dgm:pt>
    <dgm:pt modelId="{BAA4866B-6DD4-4372-BDB8-91CD5FC7E1DB}" type="pres">
      <dgm:prSet presAssocID="{F4271676-B4F3-45A6-BC7E-AA571B781DD0}" presName="root" presStyleCnt="0">
        <dgm:presLayoutVars>
          <dgm:dir/>
          <dgm:resizeHandles val="exact"/>
        </dgm:presLayoutVars>
      </dgm:prSet>
      <dgm:spPr/>
    </dgm:pt>
    <dgm:pt modelId="{22CA8C4C-2A38-4EFF-AE0A-B487C7273AB9}" type="pres">
      <dgm:prSet presAssocID="{16DA37D9-FE2D-454A-B63A-9E5F33B367B2}" presName="compNode" presStyleCnt="0"/>
      <dgm:spPr/>
    </dgm:pt>
    <dgm:pt modelId="{92404943-D218-4F8C-B0F5-F785E0AE3C7D}" type="pres">
      <dgm:prSet presAssocID="{16DA37D9-FE2D-454A-B63A-9E5F33B367B2}" presName="bgRect" presStyleLbl="bgShp" presStyleIdx="0" presStyleCnt="3"/>
      <dgm:spPr/>
    </dgm:pt>
    <dgm:pt modelId="{37F1F6A1-501E-47CF-8F09-B525E71142E8}" type="pres">
      <dgm:prSet presAssocID="{16DA37D9-FE2D-454A-B63A-9E5F33B367B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A02BC771-C383-4DBA-AD7F-9BEC44E04A67}" type="pres">
      <dgm:prSet presAssocID="{16DA37D9-FE2D-454A-B63A-9E5F33B367B2}" presName="spaceRect" presStyleCnt="0"/>
      <dgm:spPr/>
    </dgm:pt>
    <dgm:pt modelId="{8A79CA7C-3057-42B0-BF73-7D8009A6D976}" type="pres">
      <dgm:prSet presAssocID="{16DA37D9-FE2D-454A-B63A-9E5F33B367B2}" presName="parTx" presStyleLbl="revTx" presStyleIdx="0" presStyleCnt="4" custScaleX="146130" custLinFactNeighborX="23756">
        <dgm:presLayoutVars>
          <dgm:chMax val="0"/>
          <dgm:chPref val="0"/>
        </dgm:presLayoutVars>
      </dgm:prSet>
      <dgm:spPr/>
    </dgm:pt>
    <dgm:pt modelId="{73309909-5046-4296-BE3F-E3C78CBA53D9}" type="pres">
      <dgm:prSet presAssocID="{16DA37D9-FE2D-454A-B63A-9E5F33B367B2}" presName="desTx" presStyleLbl="revTx" presStyleIdx="1" presStyleCnt="4" custScaleX="114575">
        <dgm:presLayoutVars/>
      </dgm:prSet>
      <dgm:spPr/>
    </dgm:pt>
    <dgm:pt modelId="{8D9945F0-0616-4431-AA40-3ED213E759A3}" type="pres">
      <dgm:prSet presAssocID="{ED6868C8-6819-4ED0-AC72-46716FBEA508}" presName="sibTrans" presStyleCnt="0"/>
      <dgm:spPr/>
    </dgm:pt>
    <dgm:pt modelId="{0F32DE75-0D9B-4A3E-B255-65F7C448DD22}" type="pres">
      <dgm:prSet presAssocID="{ECF6F8DD-4F5E-44F3-8B49-B099A6927A43}" presName="compNode" presStyleCnt="0"/>
      <dgm:spPr/>
    </dgm:pt>
    <dgm:pt modelId="{14034829-55C0-4E58-99B6-8EFA85D0D9CE}" type="pres">
      <dgm:prSet presAssocID="{ECF6F8DD-4F5E-44F3-8B49-B099A6927A43}" presName="bgRect" presStyleLbl="bgShp" presStyleIdx="1" presStyleCnt="3"/>
      <dgm:spPr/>
    </dgm:pt>
    <dgm:pt modelId="{701EF261-8DA9-46CC-BFCA-DAF3F8E51019}" type="pres">
      <dgm:prSet presAssocID="{ECF6F8DD-4F5E-44F3-8B49-B099A6927A4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9B8884A-4FA8-4ABF-8218-CD981BD7EFB3}" type="pres">
      <dgm:prSet presAssocID="{ECF6F8DD-4F5E-44F3-8B49-B099A6927A43}" presName="spaceRect" presStyleCnt="0"/>
      <dgm:spPr/>
    </dgm:pt>
    <dgm:pt modelId="{E444CD04-F7E1-46B8-B095-43E2604D485F}" type="pres">
      <dgm:prSet presAssocID="{ECF6F8DD-4F5E-44F3-8B49-B099A6927A43}" presName="parTx" presStyleLbl="revTx" presStyleIdx="2" presStyleCnt="4">
        <dgm:presLayoutVars>
          <dgm:chMax val="0"/>
          <dgm:chPref val="0"/>
        </dgm:presLayoutVars>
      </dgm:prSet>
      <dgm:spPr/>
    </dgm:pt>
    <dgm:pt modelId="{507BE4BD-5E2B-488E-94ED-3E322B5DBAB7}" type="pres">
      <dgm:prSet presAssocID="{3DBF8E5B-A8AD-459B-A72C-A3A8D798F027}" presName="sibTrans" presStyleCnt="0"/>
      <dgm:spPr/>
    </dgm:pt>
    <dgm:pt modelId="{E9A72F9E-8351-4B32-A8EC-696A5A5F3AFE}" type="pres">
      <dgm:prSet presAssocID="{3798924E-4FFA-49CF-B102-4CDE8DE99FD2}" presName="compNode" presStyleCnt="0"/>
      <dgm:spPr/>
    </dgm:pt>
    <dgm:pt modelId="{62399E42-9DF4-488A-9677-14CB95786D29}" type="pres">
      <dgm:prSet presAssocID="{3798924E-4FFA-49CF-B102-4CDE8DE99FD2}" presName="bgRect" presStyleLbl="bgShp" presStyleIdx="2" presStyleCnt="3"/>
      <dgm:spPr/>
    </dgm:pt>
    <dgm:pt modelId="{C1F194CF-1B20-4642-8F4C-8730B870E194}" type="pres">
      <dgm:prSet presAssocID="{3798924E-4FFA-49CF-B102-4CDE8DE99FD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A0F6CC65-3694-4D06-A1F0-9D116995BFAF}" type="pres">
      <dgm:prSet presAssocID="{3798924E-4FFA-49CF-B102-4CDE8DE99FD2}" presName="spaceRect" presStyleCnt="0"/>
      <dgm:spPr/>
    </dgm:pt>
    <dgm:pt modelId="{38EA071D-DBED-4175-9F0F-E9D63DDC7504}" type="pres">
      <dgm:prSet presAssocID="{3798924E-4FFA-49CF-B102-4CDE8DE99FD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4807620-FA80-4258-8FF3-4F6973678656}" srcId="{F4271676-B4F3-45A6-BC7E-AA571B781DD0}" destId="{ECF6F8DD-4F5E-44F3-8B49-B099A6927A43}" srcOrd="1" destOrd="0" parTransId="{34D9E3EA-3498-4EBF-9D92-1CC10EEB0536}" sibTransId="{3DBF8E5B-A8AD-459B-A72C-A3A8D798F027}"/>
    <dgm:cxn modelId="{F0F83447-9C03-4982-B885-5AEF8894B9AB}" type="presOf" srcId="{F4271676-B4F3-45A6-BC7E-AA571B781DD0}" destId="{BAA4866B-6DD4-4372-BDB8-91CD5FC7E1DB}" srcOrd="0" destOrd="0" presId="urn:microsoft.com/office/officeart/2018/2/layout/IconVerticalSolidList"/>
    <dgm:cxn modelId="{5A8DB56D-D39D-4506-B020-C642C90C617C}" type="presOf" srcId="{ECF6F8DD-4F5E-44F3-8B49-B099A6927A43}" destId="{E444CD04-F7E1-46B8-B095-43E2604D485F}" srcOrd="0" destOrd="0" presId="urn:microsoft.com/office/officeart/2018/2/layout/IconVerticalSolidList"/>
    <dgm:cxn modelId="{1D1A3FAA-4264-4C81-96AE-F44274FB9B71}" srcId="{16DA37D9-FE2D-454A-B63A-9E5F33B367B2}" destId="{97EC2961-27D3-420C-A195-FD869A2C227F}" srcOrd="0" destOrd="0" parTransId="{3A36695D-0924-4BA7-A4F3-7589DFEC81FC}" sibTransId="{5824F06D-1974-4EB9-94D4-1056EA39BAF9}"/>
    <dgm:cxn modelId="{B2BB59AC-4C31-481C-A7C5-4B6773A407EC}" type="presOf" srcId="{3798924E-4FFA-49CF-B102-4CDE8DE99FD2}" destId="{38EA071D-DBED-4175-9F0F-E9D63DDC7504}" srcOrd="0" destOrd="0" presId="urn:microsoft.com/office/officeart/2018/2/layout/IconVerticalSolidList"/>
    <dgm:cxn modelId="{47C7F2AD-6EA7-4B5B-AF8E-1C95FA4B94C0}" type="presOf" srcId="{97EC2961-27D3-420C-A195-FD869A2C227F}" destId="{73309909-5046-4296-BE3F-E3C78CBA53D9}" srcOrd="0" destOrd="0" presId="urn:microsoft.com/office/officeart/2018/2/layout/IconVerticalSolidList"/>
    <dgm:cxn modelId="{F9E744AF-46DF-471E-ACAF-C37196F76B1D}" srcId="{F4271676-B4F3-45A6-BC7E-AA571B781DD0}" destId="{16DA37D9-FE2D-454A-B63A-9E5F33B367B2}" srcOrd="0" destOrd="0" parTransId="{874A1E8E-5624-41E9-873B-6796BADA3578}" sibTransId="{ED6868C8-6819-4ED0-AC72-46716FBEA508}"/>
    <dgm:cxn modelId="{B8AC2AD4-DC4C-48F1-BCAC-7512120D3C36}" srcId="{F4271676-B4F3-45A6-BC7E-AA571B781DD0}" destId="{3798924E-4FFA-49CF-B102-4CDE8DE99FD2}" srcOrd="2" destOrd="0" parTransId="{5A305F7C-FEAF-4150-BFFB-FEA8638F5314}" sibTransId="{A889B82D-A78D-4E4F-BDFC-6542F5F10A94}"/>
    <dgm:cxn modelId="{CC27DDFF-DEC3-4B18-BA59-949B559ECA9D}" type="presOf" srcId="{16DA37D9-FE2D-454A-B63A-9E5F33B367B2}" destId="{8A79CA7C-3057-42B0-BF73-7D8009A6D976}" srcOrd="0" destOrd="0" presId="urn:microsoft.com/office/officeart/2018/2/layout/IconVerticalSolidList"/>
    <dgm:cxn modelId="{251202CD-92BF-4F1B-9C40-76D6F87BFED7}" type="presParOf" srcId="{BAA4866B-6DD4-4372-BDB8-91CD5FC7E1DB}" destId="{22CA8C4C-2A38-4EFF-AE0A-B487C7273AB9}" srcOrd="0" destOrd="0" presId="urn:microsoft.com/office/officeart/2018/2/layout/IconVerticalSolidList"/>
    <dgm:cxn modelId="{3DC327FA-A210-4F64-9628-34F4ECBB1F59}" type="presParOf" srcId="{22CA8C4C-2A38-4EFF-AE0A-B487C7273AB9}" destId="{92404943-D218-4F8C-B0F5-F785E0AE3C7D}" srcOrd="0" destOrd="0" presId="urn:microsoft.com/office/officeart/2018/2/layout/IconVerticalSolidList"/>
    <dgm:cxn modelId="{12036DBE-DEEA-4A32-8D90-5D01AF9CAD6E}" type="presParOf" srcId="{22CA8C4C-2A38-4EFF-AE0A-B487C7273AB9}" destId="{37F1F6A1-501E-47CF-8F09-B525E71142E8}" srcOrd="1" destOrd="0" presId="urn:microsoft.com/office/officeart/2018/2/layout/IconVerticalSolidList"/>
    <dgm:cxn modelId="{6AE98AA5-46F7-404C-B1DD-3272AD5BF928}" type="presParOf" srcId="{22CA8C4C-2A38-4EFF-AE0A-B487C7273AB9}" destId="{A02BC771-C383-4DBA-AD7F-9BEC44E04A67}" srcOrd="2" destOrd="0" presId="urn:microsoft.com/office/officeart/2018/2/layout/IconVerticalSolidList"/>
    <dgm:cxn modelId="{E73C0843-AE02-44D4-85A3-B6DA6F0C3301}" type="presParOf" srcId="{22CA8C4C-2A38-4EFF-AE0A-B487C7273AB9}" destId="{8A79CA7C-3057-42B0-BF73-7D8009A6D976}" srcOrd="3" destOrd="0" presId="urn:microsoft.com/office/officeart/2018/2/layout/IconVerticalSolidList"/>
    <dgm:cxn modelId="{DF90E466-70A4-4D2A-B82D-23EE1BAEF3C3}" type="presParOf" srcId="{22CA8C4C-2A38-4EFF-AE0A-B487C7273AB9}" destId="{73309909-5046-4296-BE3F-E3C78CBA53D9}" srcOrd="4" destOrd="0" presId="urn:microsoft.com/office/officeart/2018/2/layout/IconVerticalSolidList"/>
    <dgm:cxn modelId="{65049B85-82F2-4BC6-ABD7-C80DC90C2B6F}" type="presParOf" srcId="{BAA4866B-6DD4-4372-BDB8-91CD5FC7E1DB}" destId="{8D9945F0-0616-4431-AA40-3ED213E759A3}" srcOrd="1" destOrd="0" presId="urn:microsoft.com/office/officeart/2018/2/layout/IconVerticalSolidList"/>
    <dgm:cxn modelId="{299E27FC-E933-4D47-A4D9-8FD2578AB532}" type="presParOf" srcId="{BAA4866B-6DD4-4372-BDB8-91CD5FC7E1DB}" destId="{0F32DE75-0D9B-4A3E-B255-65F7C448DD22}" srcOrd="2" destOrd="0" presId="urn:microsoft.com/office/officeart/2018/2/layout/IconVerticalSolidList"/>
    <dgm:cxn modelId="{FFFC5D7F-BC1A-4455-BF79-E7B929A1F812}" type="presParOf" srcId="{0F32DE75-0D9B-4A3E-B255-65F7C448DD22}" destId="{14034829-55C0-4E58-99B6-8EFA85D0D9CE}" srcOrd="0" destOrd="0" presId="urn:microsoft.com/office/officeart/2018/2/layout/IconVerticalSolidList"/>
    <dgm:cxn modelId="{7633B38D-759A-4D7A-9CDB-BD05DC40D636}" type="presParOf" srcId="{0F32DE75-0D9B-4A3E-B255-65F7C448DD22}" destId="{701EF261-8DA9-46CC-BFCA-DAF3F8E51019}" srcOrd="1" destOrd="0" presId="urn:microsoft.com/office/officeart/2018/2/layout/IconVerticalSolidList"/>
    <dgm:cxn modelId="{45B87295-B9B4-4402-A231-91A071A2D1BA}" type="presParOf" srcId="{0F32DE75-0D9B-4A3E-B255-65F7C448DD22}" destId="{99B8884A-4FA8-4ABF-8218-CD981BD7EFB3}" srcOrd="2" destOrd="0" presId="urn:microsoft.com/office/officeart/2018/2/layout/IconVerticalSolidList"/>
    <dgm:cxn modelId="{60FBF589-2CF5-4537-A0D1-B07959D9DC24}" type="presParOf" srcId="{0F32DE75-0D9B-4A3E-B255-65F7C448DD22}" destId="{E444CD04-F7E1-46B8-B095-43E2604D485F}" srcOrd="3" destOrd="0" presId="urn:microsoft.com/office/officeart/2018/2/layout/IconVerticalSolidList"/>
    <dgm:cxn modelId="{A5899DA1-4964-44E2-A316-75E1A6FCEC08}" type="presParOf" srcId="{BAA4866B-6DD4-4372-BDB8-91CD5FC7E1DB}" destId="{507BE4BD-5E2B-488E-94ED-3E322B5DBAB7}" srcOrd="3" destOrd="0" presId="urn:microsoft.com/office/officeart/2018/2/layout/IconVerticalSolidList"/>
    <dgm:cxn modelId="{80BE5498-AB4F-455E-8C4A-9C94CCE7F73C}" type="presParOf" srcId="{BAA4866B-6DD4-4372-BDB8-91CD5FC7E1DB}" destId="{E9A72F9E-8351-4B32-A8EC-696A5A5F3AFE}" srcOrd="4" destOrd="0" presId="urn:microsoft.com/office/officeart/2018/2/layout/IconVerticalSolidList"/>
    <dgm:cxn modelId="{A1E44BCC-8F32-4D86-989E-625938D1DBFF}" type="presParOf" srcId="{E9A72F9E-8351-4B32-A8EC-696A5A5F3AFE}" destId="{62399E42-9DF4-488A-9677-14CB95786D29}" srcOrd="0" destOrd="0" presId="urn:microsoft.com/office/officeart/2018/2/layout/IconVerticalSolidList"/>
    <dgm:cxn modelId="{AEEAC4DB-37B9-45E2-8DA5-56B6D71B39BF}" type="presParOf" srcId="{E9A72F9E-8351-4B32-A8EC-696A5A5F3AFE}" destId="{C1F194CF-1B20-4642-8F4C-8730B870E194}" srcOrd="1" destOrd="0" presId="urn:microsoft.com/office/officeart/2018/2/layout/IconVerticalSolidList"/>
    <dgm:cxn modelId="{F831FCFB-18DD-4D07-89CC-C44FB1011EFB}" type="presParOf" srcId="{E9A72F9E-8351-4B32-A8EC-696A5A5F3AFE}" destId="{A0F6CC65-3694-4D06-A1F0-9D116995BFAF}" srcOrd="2" destOrd="0" presId="urn:microsoft.com/office/officeart/2018/2/layout/IconVerticalSolidList"/>
    <dgm:cxn modelId="{3927A9F6-8255-40E6-817C-A5E2416F1C3B}" type="presParOf" srcId="{E9A72F9E-8351-4B32-A8EC-696A5A5F3AFE}" destId="{38EA071D-DBED-4175-9F0F-E9D63DDC750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2052F2-8759-4731-8C4D-ABED0AAC21FE}">
      <dsp:nvSpPr>
        <dsp:cNvPr id="0" name=""/>
        <dsp:cNvSpPr/>
      </dsp:nvSpPr>
      <dsp:spPr>
        <a:xfrm>
          <a:off x="0" y="6826"/>
          <a:ext cx="1051560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What is DECA?</a:t>
          </a:r>
        </a:p>
      </dsp:txBody>
      <dsp:txXfrm>
        <a:off x="38638" y="45464"/>
        <a:ext cx="10438324" cy="714229"/>
      </dsp:txXfrm>
    </dsp:sp>
    <dsp:sp modelId="{AAF64703-232E-4F14-9B6C-A11F55DFB975}">
      <dsp:nvSpPr>
        <dsp:cNvPr id="0" name=""/>
        <dsp:cNvSpPr/>
      </dsp:nvSpPr>
      <dsp:spPr>
        <a:xfrm>
          <a:off x="0" y="893371"/>
          <a:ext cx="1051560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Opportunities</a:t>
          </a:r>
        </a:p>
      </dsp:txBody>
      <dsp:txXfrm>
        <a:off x="38638" y="932009"/>
        <a:ext cx="10438324" cy="714229"/>
      </dsp:txXfrm>
    </dsp:sp>
    <dsp:sp modelId="{3BBBFEDA-E22B-499F-A948-14BB6A5FACA6}">
      <dsp:nvSpPr>
        <dsp:cNvPr id="0" name=""/>
        <dsp:cNvSpPr/>
      </dsp:nvSpPr>
      <dsp:spPr>
        <a:xfrm>
          <a:off x="0" y="1779916"/>
          <a:ext cx="1051560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How does this relate to McEwen? </a:t>
          </a:r>
        </a:p>
      </dsp:txBody>
      <dsp:txXfrm>
        <a:off x="38638" y="1818554"/>
        <a:ext cx="10438324" cy="714229"/>
      </dsp:txXfrm>
    </dsp:sp>
    <dsp:sp modelId="{85895BDC-9645-44D6-82B9-9D5A45CC7C98}">
      <dsp:nvSpPr>
        <dsp:cNvPr id="0" name=""/>
        <dsp:cNvSpPr/>
      </dsp:nvSpPr>
      <dsp:spPr>
        <a:xfrm>
          <a:off x="0" y="2666461"/>
          <a:ext cx="1051560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Important Dates &amp; Info</a:t>
          </a:r>
        </a:p>
      </dsp:txBody>
      <dsp:txXfrm>
        <a:off x="38638" y="2705099"/>
        <a:ext cx="10438324" cy="714229"/>
      </dsp:txXfrm>
    </dsp:sp>
    <dsp:sp modelId="{C0E6CB20-F96C-43C9-958E-CFB0DE9CB920}">
      <dsp:nvSpPr>
        <dsp:cNvPr id="0" name=""/>
        <dsp:cNvSpPr/>
      </dsp:nvSpPr>
      <dsp:spPr>
        <a:xfrm>
          <a:off x="0" y="3553006"/>
          <a:ext cx="1051560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How to Apply</a:t>
          </a:r>
        </a:p>
      </dsp:txBody>
      <dsp:txXfrm>
        <a:off x="38638" y="3591644"/>
        <a:ext cx="10438324" cy="7142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404943-D218-4F8C-B0F5-F785E0AE3C7D}">
      <dsp:nvSpPr>
        <dsp:cNvPr id="0" name=""/>
        <dsp:cNvSpPr/>
      </dsp:nvSpPr>
      <dsp:spPr>
        <a:xfrm>
          <a:off x="-157081" y="6897"/>
          <a:ext cx="10515600" cy="123929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F1F6A1-501E-47CF-8F09-B525E71142E8}">
      <dsp:nvSpPr>
        <dsp:cNvPr id="0" name=""/>
        <dsp:cNvSpPr/>
      </dsp:nvSpPr>
      <dsp:spPr>
        <a:xfrm>
          <a:off x="217806" y="285739"/>
          <a:ext cx="681613" cy="6816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79CA7C-3057-42B0-BF73-7D8009A6D976}">
      <dsp:nvSpPr>
        <dsp:cNvPr id="0" name=""/>
        <dsp:cNvSpPr/>
      </dsp:nvSpPr>
      <dsp:spPr>
        <a:xfrm>
          <a:off x="1307006" y="6897"/>
          <a:ext cx="6914900" cy="123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159" tIns="131159" rIns="131159" bIns="13115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Written Entrepreneurship events available</a:t>
          </a:r>
        </a:p>
      </dsp:txBody>
      <dsp:txXfrm>
        <a:off x="1307006" y="6897"/>
        <a:ext cx="6914900" cy="1239298"/>
      </dsp:txXfrm>
    </dsp:sp>
    <dsp:sp modelId="{73309909-5046-4296-BE3F-E3C78CBA53D9}">
      <dsp:nvSpPr>
        <dsp:cNvPr id="0" name=""/>
        <dsp:cNvSpPr/>
      </dsp:nvSpPr>
      <dsp:spPr>
        <a:xfrm>
          <a:off x="5689366" y="6897"/>
          <a:ext cx="4983314" cy="123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159" tIns="131159" rIns="131159" bIns="131159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</dsp:txBody>
      <dsp:txXfrm>
        <a:off x="5689366" y="6897"/>
        <a:ext cx="4983314" cy="1239298"/>
      </dsp:txXfrm>
    </dsp:sp>
    <dsp:sp modelId="{14034829-55C0-4E58-99B6-8EFA85D0D9CE}">
      <dsp:nvSpPr>
        <dsp:cNvPr id="0" name=""/>
        <dsp:cNvSpPr/>
      </dsp:nvSpPr>
      <dsp:spPr>
        <a:xfrm>
          <a:off x="-157081" y="1556019"/>
          <a:ext cx="10515600" cy="123929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1EF261-8DA9-46CC-BFCA-DAF3F8E51019}">
      <dsp:nvSpPr>
        <dsp:cNvPr id="0" name=""/>
        <dsp:cNvSpPr/>
      </dsp:nvSpPr>
      <dsp:spPr>
        <a:xfrm>
          <a:off x="217806" y="1834862"/>
          <a:ext cx="681613" cy="6816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44CD04-F7E1-46B8-B095-43E2604D485F}">
      <dsp:nvSpPr>
        <dsp:cNvPr id="0" name=""/>
        <dsp:cNvSpPr/>
      </dsp:nvSpPr>
      <dsp:spPr>
        <a:xfrm>
          <a:off x="1274308" y="1556019"/>
          <a:ext cx="9081410" cy="123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159" tIns="131159" rIns="131159" bIns="13115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Match very closely to what you’re currently developing </a:t>
          </a:r>
        </a:p>
      </dsp:txBody>
      <dsp:txXfrm>
        <a:off x="1274308" y="1556019"/>
        <a:ext cx="9081410" cy="1239298"/>
      </dsp:txXfrm>
    </dsp:sp>
    <dsp:sp modelId="{62399E42-9DF4-488A-9677-14CB95786D29}">
      <dsp:nvSpPr>
        <dsp:cNvPr id="0" name=""/>
        <dsp:cNvSpPr/>
      </dsp:nvSpPr>
      <dsp:spPr>
        <a:xfrm>
          <a:off x="-157081" y="3105142"/>
          <a:ext cx="10515600" cy="123929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F194CF-1B20-4642-8F4C-8730B870E194}">
      <dsp:nvSpPr>
        <dsp:cNvPr id="0" name=""/>
        <dsp:cNvSpPr/>
      </dsp:nvSpPr>
      <dsp:spPr>
        <a:xfrm>
          <a:off x="217806" y="3383984"/>
          <a:ext cx="681613" cy="6816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EA071D-DBED-4175-9F0F-E9D63DDC7504}">
      <dsp:nvSpPr>
        <dsp:cNvPr id="0" name=""/>
        <dsp:cNvSpPr/>
      </dsp:nvSpPr>
      <dsp:spPr>
        <a:xfrm>
          <a:off x="1274308" y="3105142"/>
          <a:ext cx="9081410" cy="12392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159" tIns="131159" rIns="131159" bIns="13115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Written report followed by presenting in front of a panel of industry professionals </a:t>
          </a:r>
        </a:p>
      </dsp:txBody>
      <dsp:txXfrm>
        <a:off x="1274308" y="3105142"/>
        <a:ext cx="9081410" cy="12392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170C4-A03B-8036-C234-D8B08DF1C8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C5ED7D-8AD8-716F-57D0-193BFF7BD6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75115-2FDB-5913-C9A2-51F6B7374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BD15C-CEFC-40F8-93B9-853A0B1E17FE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6930D-D5EF-2363-66AA-AF4A5502C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8DF6C-54BB-535B-A976-C4F9DD731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EA090-242D-4D3E-978D-99E597080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998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0EB10-790D-F5BC-04FF-BED364928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E2D87-EBAD-8F75-B31A-0CA06D323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B38EF-49C9-F86F-E6B1-D64C0F1AF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BD15C-CEFC-40F8-93B9-853A0B1E17FE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E8220-1AAB-977E-701A-4E565C39F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364D3-7D4B-4DCE-438C-94FE42317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EA090-242D-4D3E-978D-99E597080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099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E6AAB-9D7F-761A-B9EE-C2375FE3B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58561-CC01-FCAE-901B-A71ADD522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D3042-C9CD-10D6-A91C-2A386C604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BD15C-CEFC-40F8-93B9-853A0B1E17FE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04DB9-672D-636F-C71E-4FC29EC0F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6E11F-B72B-2394-4860-C81A74181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EA090-242D-4D3E-978D-99E597080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778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0DF3E-C1A0-CDBB-E65E-546B8DE0B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B3DD7-9FF9-6AE8-49F4-C904396B92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E0AC02-456D-5486-B80C-33303260A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0EAE7D-8A5B-3104-8F4F-1B7B84F9F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BD15C-CEFC-40F8-93B9-853A0B1E17FE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3DA10-F6ED-D896-D580-CD6008B81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0DB85-4E01-D302-3B6D-3D258D1BE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EA090-242D-4D3E-978D-99E597080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365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4AA43-BA6C-A9D7-5F7C-1D6D28B2D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002A1-6F67-D9F7-4047-87C9BFED5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6B8EE-113B-5223-6079-4C652B966F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53B8C-6EEB-8902-B545-2AE042DDC0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031A0C-956D-F629-DC94-21EAB5E179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DB7B81-5874-A2F6-876C-ECD13F181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BD15C-CEFC-40F8-93B9-853A0B1E17FE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C21C3B-2410-D1CC-E925-208A69CBD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CC681-F963-0ED4-5BE8-655F41028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EA090-242D-4D3E-978D-99E597080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174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84ED4-8FFE-B6B8-D527-9A401B33E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384AC1-5ED2-A7CE-67F6-F9CC64107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BD15C-CEFC-40F8-93B9-853A0B1E17FE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235136-1EA4-91E7-3C53-645EF4A1A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0B9318-8330-242E-8D0F-6CD30ECB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EA090-242D-4D3E-978D-99E597080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39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2466B2-67F3-0D40-9646-95C66FFB5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BD15C-CEFC-40F8-93B9-853A0B1E17FE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6EC2DD-AC82-B112-E567-7A12092A5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09F74-A94D-41FB-D2AC-4F8216FAE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EA090-242D-4D3E-978D-99E597080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06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CB156-93BE-1DCD-076E-FEFC2DE6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78F90-6F62-6D51-A853-AA14E52F1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8E4FD-DBFC-8F8F-B100-3CF1F3E274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4CB5C-8CBC-1A8F-6F8A-B6C21AEA5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BD15C-CEFC-40F8-93B9-853A0B1E17FE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DBEF58-2933-2299-8C94-FE3665DEA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C96CF-3497-6F57-BAA2-01DB15BB6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EA090-242D-4D3E-978D-99E597080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74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A2DC2-E48B-414F-DFC7-A8243FE39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3B51B7-5FDD-F297-FDE1-6A425A0306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6E9C94-AE2C-FB39-2F07-D1B48C34F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BFB2F-A94B-1EBE-29E3-240B2BF5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BD15C-CEFC-40F8-93B9-853A0B1E17FE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4FCF4-D713-4D5D-0B97-D73C4C38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B3DDBE-66C8-C508-40B2-E395610AC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EA090-242D-4D3E-978D-99E597080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605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1E319-0272-4789-1DCC-382C456E5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14F0C-CE71-D293-8358-385760D52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4CE85-4051-10B1-4E5F-0A65F7912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BD15C-CEFC-40F8-93B9-853A0B1E17FE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7CB95-1514-7B3E-D132-0D642B9B2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95282-09E3-C947-17B9-A796E9BB8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EA090-242D-4D3E-978D-99E597080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785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8BED11-67D5-8258-9AE0-2F33FA6B1E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CE538F-3041-9644-23A5-3F4460B6F6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DCC1F-BD7F-E616-BDE6-77B9F73D4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BD15C-CEFC-40F8-93B9-853A0B1E17FE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B5A70-21AB-311F-28FE-ED049F923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11E0D-2012-843A-A12F-3F1B1E500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EA090-242D-4D3E-978D-99E597080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439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FDE9B0-DA07-91A6-BF8E-8C2A46CD2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78273-A2AD-FB99-387A-43B190DF3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EDDC1-F05C-F910-600C-E5E90473A8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BD15C-CEFC-40F8-93B9-853A0B1E17FE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1EF03-2044-7723-3DBB-0FCF901349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4DF61-2CDD-A409-E143-F229B2C29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4EA090-242D-4D3E-978D-99E597080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301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ca.org/compete/innovation-plan" TargetMode="External"/><Relationship Id="rId2" Type="http://schemas.openxmlformats.org/officeDocument/2006/relationships/hyperlink" Target="https://www.deca.org/compete/start-up-business-plan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deca.org/compete/independent-business-plan" TargetMode="External"/><Relationship Id="rId4" Type="http://schemas.openxmlformats.org/officeDocument/2006/relationships/hyperlink" Target="https://www.deca.org/compete/international-business-pl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AE180-AA7F-B3B8-9BF0-902E6D7E61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4658" y="4592258"/>
            <a:ext cx="10616151" cy="1583702"/>
          </a:xfrm>
        </p:spPr>
        <p:txBody>
          <a:bodyPr>
            <a:normAutofit fontScale="90000"/>
          </a:bodyPr>
          <a:lstStyle/>
          <a:p>
            <a:r>
              <a:rPr lang="en-US" sz="8800" b="1" dirty="0">
                <a:solidFill>
                  <a:srgbClr val="FF5050"/>
                </a:solidFill>
                <a:latin typeface="Gill Sans Ultra Bold" panose="020B0A02020104020203" pitchFamily="34" charset="0"/>
                <a:ea typeface="Adobe Gothic Std B" panose="020B0800000000000000" pitchFamily="34" charset="-128"/>
              </a:rPr>
              <a:t>McEwen Leadership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648891-E56F-3838-860E-5E69875EC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273" y="851936"/>
            <a:ext cx="7970192" cy="19047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37BA34-B26B-4D2F-3FAB-4C612886EC75}"/>
              </a:ext>
            </a:extLst>
          </p:cNvPr>
          <p:cNvSpPr txBox="1"/>
          <p:nvPr/>
        </p:nvSpPr>
        <p:spPr>
          <a:xfrm>
            <a:off x="5486337" y="2863750"/>
            <a:ext cx="59606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atin typeface="Bell MT" panose="02020503060305020303" pitchFamily="18" charset="0"/>
                <a:cs typeface="Adobe Hebrew" panose="02040503050201020203" pitchFamily="18" charset="-79"/>
              </a:rPr>
              <a:t>&amp;</a:t>
            </a:r>
          </a:p>
        </p:txBody>
      </p:sp>
    </p:spTree>
    <p:extLst>
      <p:ext uri="{BB962C8B-B14F-4D97-AF65-F5344CB8AC3E}">
        <p14:creationId xmlns:p14="http://schemas.microsoft.com/office/powerpoint/2010/main" val="1015473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6D1A1-4C78-935B-45E2-11B914E9A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Agenda 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009DF9A-1105-2C1B-A49F-5F5C507EBF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9816028"/>
              </p:ext>
            </p:extLst>
          </p:nvPr>
        </p:nvGraphicFramePr>
        <p:xfrm>
          <a:off x="838200" y="1957600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108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EA992-D265-65CB-2036-713D899BFC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705269" y="500780"/>
            <a:ext cx="9144000" cy="2387600"/>
          </a:xfrm>
        </p:spPr>
        <p:txBody>
          <a:bodyPr anchor="t">
            <a:normAutofit/>
          </a:bodyPr>
          <a:lstStyle/>
          <a:p>
            <a:r>
              <a:rPr lang="en-US" sz="4800" b="1" dirty="0">
                <a:solidFill>
                  <a:srgbClr val="00B0F0"/>
                </a:solidFill>
              </a:rPr>
              <a:t>What is DECA?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54C62-301D-AF64-75B1-A2B350B0E0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570" y="1907644"/>
            <a:ext cx="9960078" cy="475702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Söhne"/>
              </a:rPr>
              <a:t>Business competition that </a:t>
            </a:r>
            <a:r>
              <a:rPr lang="en-US" sz="3200" b="0" i="0" dirty="0">
                <a:effectLst/>
                <a:latin typeface="Söhne"/>
              </a:rPr>
              <a:t>allows students to demonstrate their skills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3200" dirty="0">
              <a:latin typeface="Söhne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Söhne"/>
              </a:rPr>
              <a:t>O</a:t>
            </a:r>
            <a:r>
              <a:rPr lang="en-US" sz="3200" b="0" i="0" dirty="0">
                <a:effectLst/>
                <a:latin typeface="Söhne"/>
              </a:rPr>
              <a:t>pportunity to apply classroom learning to real-world situations and develop essential skills for success in the business world.</a:t>
            </a:r>
            <a:endParaRPr lang="en-US" sz="3200" dirty="0"/>
          </a:p>
          <a:p>
            <a:pPr algn="l"/>
            <a:endParaRPr lang="en-US" sz="3200" b="0" i="0" dirty="0">
              <a:effectLst/>
              <a:latin typeface="Söhne"/>
            </a:endParaRPr>
          </a:p>
          <a:p>
            <a:pPr algn="l"/>
            <a:endParaRPr lang="en-US" dirty="0">
              <a:latin typeface="Söhne"/>
            </a:endParaRPr>
          </a:p>
          <a:p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174053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6FE387-2731-B331-30F4-2246CDD6F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39795"/>
            <a:ext cx="4977976" cy="1454051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00B0F0"/>
                </a:solidFill>
              </a:rPr>
              <a:t>Opportunities </a:t>
            </a:r>
          </a:p>
        </p:txBody>
      </p:sp>
      <p:pic>
        <p:nvPicPr>
          <p:cNvPr id="21" name="Graphic 6" descr="Podium">
            <a:extLst>
              <a:ext uri="{FF2B5EF4-FFF2-40B4-BE49-F238E27FC236}">
                <a16:creationId xmlns:a16="http://schemas.microsoft.com/office/drawing/2014/main" id="{F14221A1-3D5E-98F0-65A1-E6DAB3B4C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ACFFE-5DC5-6C20-6286-4B467A139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5556" y="1709631"/>
            <a:ext cx="4977578" cy="455392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Compete against some of the top business students in Ontario </a:t>
            </a: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Meet industry professionals </a:t>
            </a: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If successful, compete in the international competition in </a:t>
            </a:r>
            <a:r>
              <a:rPr lang="en-US" b="1" dirty="0">
                <a:solidFill>
                  <a:srgbClr val="00B0F0"/>
                </a:solidFill>
              </a:rPr>
              <a:t>Atlanta, Georgia </a:t>
            </a:r>
          </a:p>
          <a:p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22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23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19441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1DDC2-B452-A5F8-D960-9064CEC09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How does this relate to McEwen?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E3FC9F-F78B-7203-52CD-6EF7FC2BE3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75436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7423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E9414-056A-2E29-D35E-2DA91BA68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00B0F0"/>
                </a:solidFill>
              </a:rPr>
              <a:t>Important Dates and Information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DBED5-953F-A932-7222-6AA4D8868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9225"/>
            <a:ext cx="10995734" cy="46324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Nov 3</a:t>
            </a:r>
            <a:r>
              <a:rPr lang="en-US" sz="3200" baseline="30000" dirty="0"/>
              <a:t>rd</a:t>
            </a:r>
            <a:r>
              <a:rPr lang="en-US" sz="3200" dirty="0"/>
              <a:t>: Online test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Jan 9</a:t>
            </a:r>
            <a:r>
              <a:rPr lang="en-US" sz="3200" baseline="30000" dirty="0"/>
              <a:t>th</a:t>
            </a:r>
            <a:r>
              <a:rPr lang="en-US" sz="3200" dirty="0"/>
              <a:t>: Deadline to submit written report: </a:t>
            </a:r>
          </a:p>
          <a:p>
            <a:endParaRPr lang="en-US" sz="3200" dirty="0"/>
          </a:p>
          <a:p>
            <a:pPr marL="0" indent="0">
              <a:buNone/>
            </a:pPr>
            <a:r>
              <a:rPr lang="en-US" sz="3200" dirty="0"/>
              <a:t>Feb 7</a:t>
            </a:r>
            <a:r>
              <a:rPr lang="en-US" sz="3200" baseline="30000" dirty="0"/>
              <a:t>th </a:t>
            </a:r>
            <a:r>
              <a:rPr lang="en-US" sz="3200" dirty="0"/>
              <a:t>- 8</a:t>
            </a:r>
            <a:r>
              <a:rPr lang="en-US" sz="3200" baseline="30000" dirty="0"/>
              <a:t>th</a:t>
            </a:r>
            <a:r>
              <a:rPr lang="en-US" sz="3200" dirty="0"/>
              <a:t>: Provincial Competition (Cost: ~ $300)</a:t>
            </a:r>
          </a:p>
          <a:p>
            <a:pPr marL="457200" lvl="1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Apr 24</a:t>
            </a:r>
            <a:r>
              <a:rPr lang="en-US" sz="3200" baseline="30000" dirty="0"/>
              <a:t>th</a:t>
            </a:r>
            <a:r>
              <a:rPr lang="en-US" sz="3200" dirty="0"/>
              <a:t>-Apr 30</a:t>
            </a:r>
            <a:r>
              <a:rPr lang="en-US" sz="3200" baseline="30000" dirty="0"/>
              <a:t>th</a:t>
            </a:r>
            <a:r>
              <a:rPr lang="en-US" sz="3200" dirty="0"/>
              <a:t>: International Competition (Cost: ~ $2,000)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AEFBCA-CD1B-E63A-4E42-3B6BE1C74992}"/>
              </a:ext>
            </a:extLst>
          </p:cNvPr>
          <p:cNvSpPr txBox="1"/>
          <p:nvPr/>
        </p:nvSpPr>
        <p:spPr>
          <a:xfrm>
            <a:off x="3047281" y="3244334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b="0" i="0" cap="all">
                <a:solidFill>
                  <a:srgbClr val="DE687F"/>
                </a:solidFill>
                <a:effectLst/>
              </a:rPr>
              <a:t>est. </a:t>
            </a:r>
            <a:r>
              <a:rPr lang="en-US" b="0" i="0" cap="all" dirty="0" err="1">
                <a:solidFill>
                  <a:srgbClr val="DE687F"/>
                </a:solidFill>
                <a:effectLst/>
              </a:rPr>
              <a:t>june</a:t>
            </a:r>
            <a:r>
              <a:rPr lang="en-US" b="0" i="0" cap="all" dirty="0">
                <a:solidFill>
                  <a:srgbClr val="DE687F"/>
                </a:solidFill>
                <a:effectLst/>
              </a:rPr>
              <a:t> 2024</a:t>
            </a:r>
            <a:endParaRPr lang="en-US" cap="all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57797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10BA6-46B6-FFB6-755A-7453239DA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How to Apply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CD6F7-D5E0-400D-729A-1F45442DA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8552"/>
            <a:ext cx="10515600" cy="465058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Please send me an Edsby message by Monday, Oct 6</a:t>
            </a:r>
            <a:r>
              <a:rPr lang="en-US" sz="3200" baseline="30000" dirty="0"/>
              <a:t>th</a:t>
            </a:r>
            <a:r>
              <a:rPr lang="en-US" sz="3200" dirty="0"/>
              <a:t> </a:t>
            </a:r>
          </a:p>
          <a:p>
            <a:endParaRPr lang="en-US" sz="1200" dirty="0"/>
          </a:p>
          <a:p>
            <a:pPr marL="0" indent="0">
              <a:buNone/>
            </a:pPr>
            <a:r>
              <a:rPr lang="en-US" sz="3200" dirty="0"/>
              <a:t>Include: </a:t>
            </a:r>
          </a:p>
          <a:p>
            <a:pPr marL="731520" lvl="1">
              <a:lnSpc>
                <a:spcPct val="100000"/>
              </a:lnSpc>
            </a:pPr>
            <a:r>
              <a:rPr lang="en-US" sz="3200" dirty="0"/>
              <a:t>Names of everyone in your group </a:t>
            </a:r>
          </a:p>
          <a:p>
            <a:pPr marL="731520" lvl="1">
              <a:lnSpc>
                <a:spcPct val="100000"/>
              </a:lnSpc>
            </a:pPr>
            <a:r>
              <a:rPr lang="en-US" sz="3200" dirty="0"/>
              <a:t>100-word summary of your business idea </a:t>
            </a:r>
          </a:p>
          <a:p>
            <a:pPr marL="731520" lvl="1">
              <a:lnSpc>
                <a:spcPct val="100000"/>
              </a:lnSpc>
            </a:pPr>
            <a:r>
              <a:rPr lang="en-US" sz="3200" dirty="0"/>
              <a:t>Which of the four events you would like to compete in  </a:t>
            </a:r>
          </a:p>
          <a:p>
            <a:pPr marL="1417320" lvl="2" indent="-4572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hlinkClick r:id="rId2"/>
              </a:rPr>
              <a:t>Start-up Business Plan (ESB)</a:t>
            </a:r>
            <a:endParaRPr lang="en-US" sz="2800" dirty="0"/>
          </a:p>
          <a:p>
            <a:pPr marL="1417320" lvl="2" indent="-4572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hlinkClick r:id="rId3"/>
              </a:rPr>
              <a:t>Innovation Plan (EIP)</a:t>
            </a:r>
            <a:endParaRPr lang="en-US" sz="2800" dirty="0"/>
          </a:p>
          <a:p>
            <a:pPr marL="1417320" lvl="2" indent="-4572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hlinkClick r:id="rId4"/>
              </a:rPr>
              <a:t>International Business Plan (IBP)</a:t>
            </a:r>
            <a:endParaRPr lang="en-US" sz="2800" dirty="0"/>
          </a:p>
          <a:p>
            <a:pPr marL="1417320" lvl="2" indent="-4572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hlinkClick r:id="rId5"/>
              </a:rPr>
              <a:t>Independent Business Plan (EIB)</a:t>
            </a:r>
            <a:endParaRPr lang="en-US" sz="2800" dirty="0"/>
          </a:p>
          <a:p>
            <a:pPr marL="502920" lvl="1" indent="0">
              <a:lnSpc>
                <a:spcPct val="100000"/>
              </a:lnSpc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66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4339</TotalTime>
  <Words>224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Bell MT</vt:lpstr>
      <vt:lpstr>Calibri</vt:lpstr>
      <vt:lpstr>Calibri Light</vt:lpstr>
      <vt:lpstr>Courier New</vt:lpstr>
      <vt:lpstr>Gill Sans Ultra Bold</vt:lpstr>
      <vt:lpstr>Söhne</vt:lpstr>
      <vt:lpstr>Office Theme</vt:lpstr>
      <vt:lpstr>McEwen Leadership</vt:lpstr>
      <vt:lpstr>Agenda </vt:lpstr>
      <vt:lpstr>What is DECA?</vt:lpstr>
      <vt:lpstr>Opportunities </vt:lpstr>
      <vt:lpstr>How does this relate to McEwen?</vt:lpstr>
      <vt:lpstr>Important Dates and Information</vt:lpstr>
      <vt:lpstr>How to Apply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McEwen Leadership</dc:title>
  <dc:creator>Chet Kaloti</dc:creator>
  <cp:lastModifiedBy>Chet Kaloti</cp:lastModifiedBy>
  <cp:revision>1</cp:revision>
  <dcterms:created xsi:type="dcterms:W3CDTF">2023-10-12T16:40:23Z</dcterms:created>
  <dcterms:modified xsi:type="dcterms:W3CDTF">2025-10-02T14:08:44Z</dcterms:modified>
</cp:coreProperties>
</file>